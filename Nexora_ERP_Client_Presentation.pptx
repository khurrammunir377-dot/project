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5912" cy="5394960"/>
          </a:xfrm>
          <a:prstGeom prst="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PAKISTAN'S COMPLETE ENTERPRISE ERP SUITE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Nexora Business Management Platform</a:t>
            </a:r>
          </a:p>
          <a:p>
            <a:pPr>
              <a:spcAft>
                <a:spcPts val="2400"/>
              </a:spcAft>
              <a:defRPr sz="1400">
                <a:solidFill>
                  <a:srgbClr val="E2E8F0"/>
                </a:solidFill>
              </a:defRPr>
            </a:pPr>
            <a:r>
              <a:t>All-in-one centralized web ERP engineered for Pakistani business environments: FBR Sales Tax Invoicing, Multi-Godown Logistics, EOBI Payroll, and Executive P&amp;L Analytics.</a:t>
            </a:r>
          </a:p>
          <a:p>
            <a:pPr>
              <a:spcAft>
                <a:spcPts val="3000"/>
              </a:spcAft>
              <a:defRPr sz="1100" b="1">
                <a:solidFill>
                  <a:srgbClr val="38BDF8"/>
                </a:solidFill>
              </a:defRPr>
            </a:pPr>
            <a:r>
              <a:t>✓ FBR Digital POS &amp; Tax Compliance    ✓ Karachi • Lahore • Islamabad Multi-Godown    ✓ Automated EOBI / PESSI Payroll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Live Interactive Demo: https://kmbnexora.vercel.app  •  Confidential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EXECUTIVE OVERVIEW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Unified Executive Command Center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Real-time visibility over enterprise cash flow, YTD revenue, pending approvals, and department budgets.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Birds-Eye Financial Visibility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Realized revenue, monthly operational expenses, and net profit tracked in PKR (Rs.) with live baseline toggles.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Pending Approvals Radar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Instant notification of invoices, purchase orders, and expense claims awaiting executive signoff.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Multi-Metric KPI Cards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Directly clickable cards allowing directors to dive straight into workforce, stock valuation, or invoices.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Department Distribution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Dynamic visual breakdown of staff and expense allocation across Administration, Accounts, and Logistics.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FINANCE &amp; COMPLIANCE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FBR-Compliant Digital Invoicing &amp; Tax Ledger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Automated cryptographic QR codes, provincial sales tax calculations, and instant audit trails.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FBR Digital POS Integration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Compliant invoice formatting with automated tax calculation (GST, Provincial SST) ready for Iris reporting.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Verifiable QR Codes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Each invoice features a unique cryptographic QR code for authentic digital verification by customers and authorities.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Accounts Receivable Tracking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Real-time visibility over Paid, Partially Paid, and Overdue customer invoices with automated reminders.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1-Click PDF Export &amp; Letterhead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Generate professional tax invoices on corporate letterhead ready for email and WhatsApp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COMMERCIAL &amp; SALES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Professional Quotations &amp; Proposal Generator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Rapid multi-item quote builder with automated tax, discounts, terms, and letterhead.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quo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Multi-Item Quote Builder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Add unlimited line items with quantity, unit prices in PKR, and itemized discount percentages.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Automated Tax Computation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Dynamic sales tax calculations ensuring 100% pricing accuracy before proposals reach clients.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Corporate Letterhead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Pre-formatted with Nexora branding, company contact, NTN, bank details, and customized terms &amp; conditions.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Instant Quotation-to-Invoice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Convert approved quotations into live sales orders and invoices with a single click, saving hours of manual data entry.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SUPPLY CHAIN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Multi-Godown Storage &amp; Logistics Hubs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Centralized inventory control across Karachi, Lahore, Faisalabad, and Islamabad facilities.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warehou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Facility Utilization Tracking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Monitor capacity utilization percentages for Port Qasim, Lahore Multan Rd, and Islamabad depots.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Inter-Warehouse Stock Routing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Execute internal stock transfer requests with digital dispatch notes and receiving acknowledgements.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Real-Time Valuation in PKR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Live total inventory valuation tracked by individual warehouse location to eliminate dead stock.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Facility Manager Governance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Assign dedicated warehouse supervisors and godown managers with isolated access control.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INVENTORY CONTROL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Products Catalog, SKUs &amp; Reorder Alerts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Comprehensive SKU management, cost vs selling prices, low-stock alerts, and category tagging.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Automated Reorder Alerts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Instant alerts when item quantities drop below safety thresholds, preventing costly stockouts.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Multi-Price Management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Track unit purchase costs vs wholesale and retail selling prices with gross margin percentages.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Categorization &amp; Filtering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Quickly filter by IT hardware, machinery, raw materials, or consumables with instant barcode / SKU lookup.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Bulk Import &amp; Export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Effortlessly import thousands of items from legacy Excel spreadsheets within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HUMAN CAPITAL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Localized Payroll, EOBI &amp; Direct Salary Credits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Automated monthly payroll runs with income tax deductions, social security, and 1Link banking.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Pakistan Tax &amp; EOBI Deductions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Automated calculations for EOBI employee/employer contributions, PESSI/SESSI, and FBR income tax slabs.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1-Click Bulk Payroll Generation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Generate entire company payroll runs across all departments simultaneously with individual adjustments.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1Link &amp; Raast Direct Bank Transfer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Export standardized bank salary clearing sheets for Habib Bank (HBL), Meezan, MCB, and UBL.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Printable Employee Payslips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Secure digital payslips detailing basic pay, house rent, medical allowance, overtime, and net payout.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WORKFORCE MONITORING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Live Attendance &amp; Shift Management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Real-time biometric radar tracking present, late arrivals, half-days, and leave balances.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atte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Real-Time Workforce Radar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Live attendance status counters showing present headcount, late arrivals, on-duty, and absentees.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Multi-Shift Configurations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Support for morning, evening, and rotating factory / office shifts with customizable grace periods.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Overtime &amp; Deduction Rules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Seamless sync between daily attendance logs and the monthly payroll engine to calculate late deductions.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Biometric &amp; Mobile Check-In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Ready for hardware biometric machine integration and mobile field-staff check-in.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COMMERCIAL INTELLIGENCE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Marketing &amp; Ads Performance Integrated with P&amp;L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Comprehensive analysis across Meta, Google, and TikTok integrated directly with financials.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mark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Cross-Platform Attribution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Track ad spend, impressions, clicks, customer acquisition cost (CAC), and ROAS across Meta, Google Ads &amp; TikTok.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Direct P&amp;L Statement Integration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Marketing ad spend automatically reflects as operational expense in financial reports and EBITDA calculations.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Realized vs Ad-Generated Revenue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Compare actual cash collections in bank against digital campaign conversions to gauge genuine profitability.</a:t>
            </a:r>
          </a:p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• Channel Efficiency Benchmarking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Identify which marketing platforms deliver the highest ROI for your products and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ENTERPRISE SECURITY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Granular Access Control &amp; Google Single Sign-On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Role-based permission architecture protecting your commercial and financial 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64208"/>
            <a:ext cx="7004304" cy="4626864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737360"/>
            <a:ext cx="3566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Google Workspace SSO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Secure 1-click single sign-on via corporate Google accounts with enterprise OAuth verification.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Role-Based Access Control (RBAC)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Pre-configured roles (Super Admin, HR, Finance, Inventory, Sales, Department Manager) with View/Create/Edit/Approve rights.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Complete Audit Trail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Every login, document export, price edit, and approval is recorded with user identity, timestamp, and IP tracking.</a:t>
            </a:r>
          </a:p>
          <a:p>
            <a:pPr>
              <a:spcAft>
                <a:spcPts val="200"/>
              </a:spcAft>
              <a:defRPr sz="1300" b="1">
                <a:solidFill>
                  <a:srgbClr val="38BDF8"/>
                </a:solidFill>
              </a:defRPr>
            </a:pPr>
            <a:r>
              <a:t>• Data Sovereignty &amp; Backups</a:t>
            </a:r>
          </a:p>
          <a:p>
            <a:pPr>
              <a:spcAft>
                <a:spcPts val="1400"/>
              </a:spcAft>
              <a:defRPr sz="1050">
                <a:solidFill>
                  <a:srgbClr val="E2E8F0"/>
                </a:solidFill>
              </a:defRPr>
            </a:pPr>
            <a:r>
              <a:t>Automated cloud backups with strict SSL encryption adhering to State Bank of Pakistan data regulations.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10B981"/>
                </a:solidFill>
              </a:defRPr>
            </a:pPr>
            <a:r>
              <a:t>DEPLOYMENT PLAN</a:t>
            </a:r>
          </a:p>
          <a:p>
            <a:pPr>
              <a:spcAft>
                <a:spcPts val="200"/>
              </a:spcAft>
              <a:defRPr sz="2200" b="1">
                <a:solidFill>
                  <a:srgbClr val="FFFFFF"/>
                </a:solidFill>
              </a:defRPr>
            </a:pPr>
            <a:r>
              <a:t>Fast-Track Implementation &amp; Commercial Next Steps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Structured 3-phase rollout ensuring zero disruption to your daily business operations.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PHASE 1 (Week 1)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</a:defRPr>
            </a:pPr>
            <a:r>
              <a:t>System Setup &amp; Data Onboarding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Company profile &amp; branch setup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Chart of accounts configuration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Import inventory &amp; pricing from Excel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Import employee records &amp; salaries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54296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PHASE 2 (Week 2)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</a:defRPr>
            </a:pPr>
            <a:r>
              <a:t>Departmental Staff Training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Executive &amp; Director dashboard training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Invoicing &amp; accounts staff walkthrough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Warehouse storekeeper training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HR &amp; payroll execution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828800"/>
            <a:ext cx="3328416" cy="4297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2" y="201168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PHASE 3 (Week 3)</a:t>
            </a:r>
          </a:p>
          <a:p>
            <a:pPr>
              <a:spcAft>
                <a:spcPts val="1600"/>
              </a:spcAft>
              <a:defRPr sz="1400" b="1">
                <a:solidFill>
                  <a:srgbClr val="FFFFFF"/>
                </a:solidFill>
              </a:defRPr>
            </a:pPr>
            <a:r>
              <a:t>Live Go-Live &amp; Dedicated Support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Parallel run with existing records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Final data verification &amp; audit signoff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Full enterprise cutover to Nexora</a:t>
            </a:r>
          </a:p>
          <a:p>
            <a:pPr>
              <a:spcAft>
                <a:spcPts val="1000"/>
              </a:spcAft>
              <a:defRPr sz="1100">
                <a:solidFill>
                  <a:srgbClr val="E2E8F0"/>
                </a:solidFill>
              </a:defRPr>
            </a:pPr>
            <a:r>
              <a:t>✓  Dedicated WhatsApp support hotline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